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03520" y="457200"/>
            <a:ext cx="10972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0" y="4572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F46E5"/>
                </a:solidFill>
              </a:rPr>
              <a:t>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TontinePro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914400" y="274320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La plateforme digitale pour gérer votre tontine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C7D2FE"/>
                </a:solidFill>
              </a:rPr>
              <a:t>avec simplicité, transparence et sécurité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18CF8"/>
                </a:solidFill>
              </a:rPr>
              <a:t>Version 1.1  ·  Août 2026  ·  JumpyTech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502920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D2FE"/>
                </a:solidFill>
              </a:rPr>
              <a:t>📞 697 853 398 / 678 026 373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LE PROBLÈME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</a:rPr>
              <a:t>Gérer une tontine manuellement, c'est risquer des pertes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5486400" cy="457200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A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</a:rPr>
              <a:t>Avant TontinePro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Cahier physique perdu ou abîmé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Calculs d'intérêts erronés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Retards de cotisation non détectés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79476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Pas d'historique des absences/sanctions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Secrétaire seul détient l'information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9834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F1D1D"/>
                </a:solidFill>
              </a:rPr>
              <a:t>❌  Conflits lors des réunions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371600"/>
            <a:ext cx="5486400" cy="457200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14630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</a:rPr>
              <a:t>Avec TontinePro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217920" y="2011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Données sécurisées dans le cloud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260604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Calculs automatiques (taux, échéancier)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32004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Alertes en temps réel pour chaque membre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379476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Absences tracées avec sanctions auto.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17920" y="438912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Transparence totale pour tous les membres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17920" y="49834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6534"/>
                </a:solidFill>
              </a:rPr>
              <a:t>✅  Zéro conflit — tout est documenté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v1.1  ·  JumpyTech  ·  © 2026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FONCTIONNALITÉS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Tout ce dont votre tontine a besoin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💳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Cotisations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Génération auto, saisie de séance, statut en temps réel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8862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Sessions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832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Tours de bénéfice, calendrier, validation du pot mensuel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🏦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8580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Épargne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550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Compte individuel, capital prêtable, intérêts distribués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189720" y="118872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0" y="129844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829800" y="129844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Prêts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326880" y="175564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Demande + documents, validation, échéancier automatique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743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⚠️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144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Absences &amp; Sanctions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Grille configurable, sanctions auto, suivi des amendes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🤝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8862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Aides sur barème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3832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Barème par tontine, demande, activation, collecte des parts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2179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550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8580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Suivi mensuel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3550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Vue synthétique par mois : cotis., épargne, prêts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189720" y="288036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26880" y="299008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📤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829800" y="299008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Rattrapage historique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9326880" y="344728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Import Excel pour tontines déjà en cours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9144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Invitations par lien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114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SMS/WhatsApp, connexion par email ou téléphone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461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32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⏪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8862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Reprise en cours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33832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Assistant de rattrapage mois par mois, tour par tour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2179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550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📄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68580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Rapports PDF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3550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Rapport de tour et bilan de fin de session, envoyés par email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189720" y="4572000"/>
            <a:ext cx="274320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326880" y="4681728"/>
            <a:ext cx="457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9829800" y="4681728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</a:rPr>
              <a:t>Tontine à lot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9326880" y="5138928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Cagnotte, lots partageables, figeage automatique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v1.1  ·  JumpyTech  ·  © 2026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ESPACE MEMBRE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Chaque membre suit ses données en totale autonomie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💳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280160" y="13716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Mes cotisations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8016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Historique complet, statut PAYEE/RETARD, mois par mois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035040" y="11887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0" y="1554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🏦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040880" y="13716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Mon épargne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040880" y="18288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Solde en temps réel, mouvements tracés, intérêts visibles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7889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54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280160" y="2971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Mon tour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280160" y="34290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Position dans la session, date prévue de bénéfice, countdown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35040" y="27889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17920" y="31546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040880" y="29718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Mon suivi mensuel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40880" y="34290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Vue synthétique annuelle : tout résumé mois par mois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74320" y="43891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754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280160" y="45720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Mes prêts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80160" y="50292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Demande, échéancier, remboursement chaque mensualité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35040" y="4389120"/>
            <a:ext cx="5486400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7920" y="4754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⚠️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040880" y="4572000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</a:rPr>
              <a:t>Mes sanctions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040880" y="502920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</a:rPr>
              <a:t>Amendes, statut payé/impayé, historique complet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v1.1  ·  JumpyTech  ·  © 2026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RATTRAPAGE HISTORIQUE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93B"/>
                </a:solidFill>
              </a:rPr>
              <a:t>Vous utilisez TontinePro en cours de session ? Aucun problème.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685800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Comment ça marche 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Télécharger le modèle Excel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8483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Admin → Rattrapage → Télécharger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8346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Remplir les 6 onglets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09067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Tours passés · Cotisations · Absences · Épargne · Prêts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8404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Charger le fichier dans l'app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09651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Sélectionner la session à renseigner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8463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Lancer l'import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5102352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Bilan détaillé + avertissements pour les lignes ignorées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188720"/>
            <a:ext cx="4114800" cy="48463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2801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4ED8"/>
                </a:solidFill>
              </a:rPr>
              <a:t>Ce qui est importé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89520" y="1920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Tours passés (bénéficiaires)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25603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Cotisations par mois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589520" y="32004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Absences et sanctions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Épargne initiale / complémentaire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4480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Fond antérieur (caisse)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89520" y="5120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3A8A"/>
                </a:solidFill>
              </a:rPr>
              <a:t>✅  Prêts en cours + remboursements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v1.1  ·  JumpyTech  ·  © 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AIDES SUR BARÈME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La solidarité du groupe, encadrée et traçable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685800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</a:rPr>
              <a:t>Du barème au versement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" y="18288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 bureau définit le barème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97280" y="208483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Rubriques propres à la tontine : décès, mariage, naissance…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283464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 membre fait sa demande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09067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Depuis le barème, avec le montant calculé en direct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97280" y="38404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Le bureau active l'aide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97280" y="409651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Contrôle d'éligibilité : limite et portée par rubrique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84632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46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" y="484632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Chaque membre verse sa part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97280" y="5102352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Écran de collecte dédié — matrice membres × aides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06640" y="1188720"/>
            <a:ext cx="4114800" cy="484632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2801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803D"/>
                </a:solidFill>
              </a:rPr>
              <a:t>Ce que le bureau maîtrise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589520" y="19202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Barème configurable par tontine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256032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Préfinancement par la caisse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589520" y="320040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Saisie bureau + accord du membre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589520" y="38404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Variantes père / mère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448056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Suivi collecte et trésorerie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589520" y="51206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✅  Fonds d'aide mois par mois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v1.1  ·  JumpyTech  ·  © 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F46E5"/>
                </a:solidFill>
              </a:rPr>
              <a:t>SÉCURITÉ &amp; MULTI-TONTINE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Vos données protégées, vos tontines bien séparées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Double authentification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2FA avec Google Authenticator ou Authy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02920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Tokens JWT sécurisés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Sessions à durée limitée, déconnexion immédiate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28016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1417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961120" y="14173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HTTPS + CORS strict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61120" y="17373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Communication chiffrée TLS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292608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🏛️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9728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Rôles et permissions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9728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SUPER_ADMIN · Président · Secrétaire · Membre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206240" y="292608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💾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029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Hébergement local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02920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Vos données ne transitent pas par des tiers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2926080"/>
            <a:ext cx="365760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3063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📧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961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</a:rPr>
              <a:t>Notifications email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961120" y="338328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30A3"/>
                </a:solidFill>
              </a:rPr>
              <a:t>Alerte pour chaque action importante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4572000"/>
            <a:ext cx="11247120" cy="14630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6634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803D"/>
                </a:solidFill>
              </a:rPr>
              <a:t>Multi-tontine :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5029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6534"/>
                </a:solidFill>
              </a:rPr>
              <a:t>Un même compte peut appartenir à plusieurs tontines. L'écran « Mes tontines » à la connexion fixe la tontine courante, et un sélecteur dans l'en-tête permet d'en changer. Cotisations, épargne, prêts, aides, documents et rapports sont cloisonnés sur cette tontine : aucune fuite d'une tontine à l'autre.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432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TontinePro v1.1  ·  JumpyTech  ·  © 2026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155680" y="63093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931920" y="365760"/>
            <a:ext cx="3840480" cy="3840480"/>
          </a:xfrm>
          <a:prstGeom prst="roundRect">
            <a:avLst/>
          </a:prstGeom>
          <a:solidFill>
            <a:srgbClr val="312E81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931920" y="365760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</a:rPr>
              <a:t>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3931920" y="137160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TontinePro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931920" y="20116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u="sng" dirty="0">
                <a:solidFill>
                  <a:srgbClr val="C7D2FE"/>
                </a:solidFill>
              </a:rPr>
              <a:t>tontinepro.tontinepro.uk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4389120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Contact &amp; Support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484632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7D2FE"/>
                </a:solidFill>
              </a:rPr>
              <a:t>Poudjoum Leutcho Gedeon Rodrigue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5257800"/>
            <a:ext cx="9875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📞  697 853 398  /  678 026 373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6035040"/>
            <a:ext cx="9875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366F1"/>
                </a:solidFill>
              </a:rPr>
              <a:t>JumpyTech  ·  © 2026  ·  Tous droits réservés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JumpyTech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TontinePro v1.1</dc:title>
  <dc:subject>TontinePro — Présentation</dc:subject>
  <dc:creator>Poudjoum Leutcho Gedeon Rodrigue</dc:creator>
  <cp:lastModifiedBy>Poudjoum Leutcho Gedeon Rodrigue</cp:lastModifiedBy>
  <cp:revision>1</cp:revision>
  <dcterms:created xsi:type="dcterms:W3CDTF">2026-08-04T03:12:51Z</dcterms:created>
  <dcterms:modified xsi:type="dcterms:W3CDTF">2026-08-04T03:12:51Z</dcterms:modified>
</cp:coreProperties>
</file>