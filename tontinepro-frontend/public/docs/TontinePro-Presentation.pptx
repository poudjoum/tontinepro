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457200"/>
            <a:ext cx="1097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46E5"/>
                </a:solidFill>
              </a:rPr>
              <a:t>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TontinePro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La plateforme digitale pour gérer votre tontine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avec simplicité, transparence et sécurité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8CF8"/>
                </a:solidFill>
              </a:rPr>
              <a:t>Version 1.7  ·  Octobre 2026  ·  JumpyTech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2FE"/>
                </a:solidFill>
              </a:rPr>
              <a:t>📞 697 853 398 / 678 026 373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LE PROBLÈME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Gérer une tontine manuellement, c'est risquer des pertes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5486400" cy="4572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Avant TontinePro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Cahier physique perdu ou abîmé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Calculs d'intérêts erronés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Retards de cotisation non détectés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Pas d'historique des absences/sanctions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Secrétaire seul détient l'information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983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❌  Conflits lors des réunions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548640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Avec TontinePro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Données sécurisées dans le cloud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Calculs automatiques (taux, échéancier)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200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Alertes en temps réel pour chaque membre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7947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Absences tracées avec sanctions auto.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4389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Transparence totale pour tous les membres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983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</a:rPr>
              <a:t>✅  Zéro conflit — tout est documenté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FONCTIONNALITÉS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Tout ce dont votre tontine a besoin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98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2984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Cotisations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Génération auto, saisie de séance, statut en temps réel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98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12984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Sessions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7556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Tours de bénéfice, calendrier, validation du pot mensuel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98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12984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Épargne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7556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Compte individuel, capital prêtable, intérêts distribués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89720" y="118872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298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29800" y="12984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Prêts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175564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Demande + documents, validation, échéancier automatique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90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9900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Absences &amp; Sanctions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4472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Grille configurable, sanctions auto, suivi des amendes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990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86200" y="29900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Aides sur barème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4472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Barème par tontine, demande, activation, collecte des parts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990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0" y="29900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Suivi mensuel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4472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Vue synthétique par mois : cotis., épargne, prêts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89720" y="288036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0" y="2990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829800" y="29900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Rattrapage historique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0" y="344728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Import Excel pour tontines déjà en cours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720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4681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Invitations par lien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51389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SMS/WhatsApp, connexion par email ou téléphone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45720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⏪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886200" y="4681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Reprise en cours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83280" y="51389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Assistant de rattrapage mois par mois, tour par tour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45720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858000" y="4681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Rapports PDF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51389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Rapport de tour et bilan de fin de session, envoyés par email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89720" y="4572000"/>
            <a:ext cx="27432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0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829800" y="46817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Tontine à lot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326880" y="51389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Lots partagés, versement par part, départs gérés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ESPACE MEMBRE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Chaque membre suit ses données en totale autonomie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Mes cotisations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28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Historique complet, statut PAYEE/RETARD, mois par mois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040880" y="1371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 épargne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8288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Solde en temps réel, mouvements tracés, intérêts visibles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 tour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Position dans la session, date prévue de bénéfice, countdown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Mon suivi mensuel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34290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Vue synthétique annuelle : tout résumé mois par mois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Mes prêts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029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Demande, échéancier, remboursement chaque mensualité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4389120"/>
            <a:ext cx="548640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754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088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Mes sanctions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502920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Amendes, statut payé/impayé, historique complet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RATTRAPAGE HISTORIQUE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Vous utilisez TontinePro en cours de session ? Aucun problème.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Comment ça marche 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Télécharger le modèle Excel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Admin → Rattrapage → Télécharger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Remplir les 6 onglets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Tours passés · Cotisations · Absences · Épargne · Prêts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Charger le fichier dans l'app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Sélectionner la session à renseigner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846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Lancer l'import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023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Bilan détaillé + avertissements pour les lignes ignorées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188720"/>
            <a:ext cx="4114800" cy="4846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Ce qui est importé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Tours passés (bénéficiaires)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560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Cotisations par mois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Absences et sanctions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Épargne initiale / complémentaire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480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Fond antérieur (caisse)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5120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</a:rPr>
              <a:t>✅  Prêts en cours + remboursements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AIDES SUR BARÈME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La solidarité du groupe, encadrée et traçable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6858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Du barème au versement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Le bureau définit le barème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Rubriques propres à la tontine : décès, mariage, naissance…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Le membre fait sa demande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Depuis le barème, avec le montant calculé en direct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Le bureau active l'aide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Contrôle d'éligibilité : limite et portée par rubrique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846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Chaque membre verse sa part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023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Écran de collecte dédié — matrice membres × aides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188720"/>
            <a:ext cx="4114800" cy="48463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Ce que le bureau maîtrise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Barème configurable par tontine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5603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Préfinancement par la caisse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Saisie bureau + accord du membre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Variantes père / mère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480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Suivi collecte et trésorerie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5120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✅  Fonds d'aide mois par mois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TONTINE À 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Un lot, plusieurs bénéficiaires — chacun reçoit sa juste part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68580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De la mise au versement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Chaque membre choisit sa mise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Libre : 10 000, 25 000, 60 000… FCFA par mois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L'application compose des lots exacts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0906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10 000 + 10 000 + 30 000 = un lot de 50 000 ; le bureau ajuste puis fige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40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Chaque part est versée séparément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Mise × nombre de tours, moins le reste dû du fond de caisse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846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 départ ne bloque pas le groupe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51023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Avant son tour : avoir gelé, rendu au tour de remboursement. Après : dette suivie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188720"/>
            <a:ext cx="4114800" cy="4846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</a:rPr>
              <a:t>Ce que le bureau maîtrise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0" y="1920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Composition ajustable avant figeage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24871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Aucune mise perdue en trésorerie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89520" y="305409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Retenue du fond membre par membre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362102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Rapport de tour par bénéficiaire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41879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Avoirs gelés et dettes suivis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4754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Tour de remboursement des partis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532180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30A3"/>
                </a:solidFill>
              </a:rPr>
              <a:t>✅  Trésorerie de la session en direct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</a:rPr>
              <a:t>SÉCURITÉ &amp; MULTI-TONTINE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Vos données protégées, vos tontines bien séparées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Double authentification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2FA avec Google Authenticator ou Authy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28016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Tokens JWT sécurisés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Sessions à durée limitée, déconnexion immédiate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HTTPS + CORS strict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Communication chiffrée TLS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Rôles et permissions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SUPER_ADMIN · Président · Secrétaire · Membre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292608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Hébergement local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Vos données ne transitent pas par des tiers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926080"/>
            <a:ext cx="365760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Notifications 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30A3"/>
                </a:solidFill>
              </a:rPr>
              <a:t>Alerte pour chaque action importante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72000"/>
            <a:ext cx="1124712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663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Multi-tontine 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</a:rPr>
              <a:t>Un même compte peut appartenir à plusieurs tontines. L'écran « Mes tontines » à la connexion fixe la tontine courante, et un sélecteur dans l'en-tête permet d'en changer. Cotisations, épargne, prêts, aides, documents et rapports sont cloisonnés sur cette tontine : aucune fuite d'une tontine à l'autre.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TontinePro v1.7  ·  JumpyTech  ·  ©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309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365760"/>
            <a:ext cx="3840480" cy="3840480"/>
          </a:xfrm>
          <a:prstGeom prst="roundRect">
            <a:avLst/>
          </a:prstGeom>
          <a:solidFill>
            <a:srgbClr val="312E81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0" y="365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931920" y="1371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TontinePro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93192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C7D2FE"/>
                </a:solidFill>
              </a:rPr>
              <a:t>tontinepro.tontinepro.uk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Contact &amp; Support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Poudjoum Leutcho Gedeon Rodrigue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25780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📞  697 853 398  /  678 026 373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</a:rPr>
              <a:t>JumpyTech  ·  © 2026  ·  Tous droits réservés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JumpyTech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TontinePro v1.7</dc:title>
  <dc:subject>TontinePro — Présentation</dc:subject>
  <dc:creator>Poudjoum Leutcho Gedeon Rodrigue</dc:creator>
  <cp:lastModifiedBy>Poudjoum Leutcho Gedeon Rodrigue</cp:lastModifiedBy>
  <cp:revision>1</cp:revision>
  <dcterms:created xsi:type="dcterms:W3CDTF">2026-10-27T02:31:41Z</dcterms:created>
  <dcterms:modified xsi:type="dcterms:W3CDTF">2026-10-27T02:31:41Z</dcterms:modified>
</cp:coreProperties>
</file>