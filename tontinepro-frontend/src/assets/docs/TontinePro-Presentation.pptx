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457200"/>
            <a:ext cx="1097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46E5"/>
                </a:solidFill>
              </a:rPr>
              <a:t>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TontinePro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La plateforme digitale pour gérer votre tontine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avec simplicité, transparence et sécurité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</a:rPr>
              <a:t>Version 1.0  ·  Mai 2026  ·  JumpyTech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📞 697 853 398 / 678 026 373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LE PROBLÈME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Gérer une tontine manuellement, c'est risquer des pertes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548640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Avant TontinePro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Cahier physique perdu ou abîmé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Calculs d'intérêts erronés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Retards de cotisation non détectés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Pas d'historique des absences/sanctions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Secrétaire seul détient l'information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983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Conflits lors des réunions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548640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Avec TontinePro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Données sécurisées dans le cloud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Calculs automatiques (taux, échéancier)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Alertes en temps réel pour chaque membre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7947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Absences tracées avec sanctions auto.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4389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Transparence totale pour tous les membres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983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Zéro conflit — tout est documenté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v1.0  ·  JumpyTech  ·  ©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FONCTIONNALITÉS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Tout ce dont votre tontine a besoin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Cotisations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Génération auto, saisie de séance, statut en temps réel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Sessions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Tours de bénéfice, calendrier, validation du pot mensuel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Épargne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0" y="1691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Compte individuel, capital prêtable, intérêts distribués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Prêts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Demande + documents, validation, échéancier automatique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283464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Absences &amp; Sanctions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Appel de présence, sanctions auto, suivi des amendes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0" y="283464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0" y="2971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Fond de solidarité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0" y="3337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Mensuel ou par session, gestion des dettes, projets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48056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97280" y="4617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Suivi mensuel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983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Vue synthétique par mois : cotis., épargne, prêts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448056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29200" y="4617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Rattrapage historique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4983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Import Excel pour tontines déjà en cours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38160" y="448056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961120" y="4617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Invitations par lien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961120" y="4983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SMS/WhatsApp, compte créé en 1 minute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v1.0  ·  JumpyTech  ·  ©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ESPACE MEMBRE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Chaque membre suit ses données en totale autonomie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Mes cotisations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Historique complet, statut PAYEE/RETARD, mois par mois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40880" y="1371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 épargne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828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Solde en temps réel, mouvements tracés, intérêts visibles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 tour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Position dans la session, date prévue de bénéfice, countdown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 suivi mensuel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4290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Vue synthétique annuelle : tout résumé mois par mois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Mes prêts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029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Demande, échéancier, remboursement chaque mensualité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3891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754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4088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Mes sanctions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5029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Amendes, statut payé/impayé, historique complet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v1.0  ·  JumpyTech  ·  ©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RATTRAPAGE HISTORIQUE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Vous utilisez TontinePro en cours de session ? Aucun problème.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Comment ça marche 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Télécharger le modèle Excel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Admin → Rattrapage → Télécharger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Remplir les 6 onglets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9067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Tours passés · Cotisations · Absences · Épargne · Prêts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Charger le fichier dans l'app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965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Sélectionner la session à renseigner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846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Lancer l'import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1023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Bilan détaillé + avertissements pour les lignes ignorées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188720"/>
            <a:ext cx="4114800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Ce qui est importé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Tours passés (bénéficiaires)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560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Cotisations par mois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Absences et sanctions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Épargne initiale / complémentaire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480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Fond antérieur (caisse)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5120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Prêts en cours + remboursements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v1.0  ·  JumpyTech  ·  ©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SÉCURITÉ &amp; MULTI-TONTINE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Vos données protégées, vos tontines bien séparées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Double authentification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2FA avec Google Authenticator ou Authy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Tokens JWT sécurisés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Sessions à durée limitée, déconnexion immédiate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HTTPS + CORS strict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Communication chiffrée TLS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Rôles et permissions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SUPER_ADMIN · Président · Secrétaire · Membre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292608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Hébergement local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Vos données ne transitent pas par des tiers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92608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Notifications 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Alerte pour chaque action importante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572000"/>
            <a:ext cx="1124712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Multi-tontine 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Un même opérateur peut gérer plusieurs tontines avec des comptes distincts. Chaque membre ne voit que les données de SA tontine. Isolation totale garantie.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v1.0  ·  JumpyTech  ·  ©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365760"/>
            <a:ext cx="3840480" cy="3840480"/>
          </a:xfrm>
          <a:prstGeom prst="roundRect">
            <a:avLst/>
          </a:prstGeom>
          <a:solidFill>
            <a:srgbClr val="312E81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0" y="365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93192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TontinePro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93192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C7D2FE"/>
                </a:solidFill>
              </a:rPr>
              <a:t>tontinepro.tontinepro.uk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Contact &amp;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Poudjoum Leutche Gedeon Rodrigue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📞  697 853 398  /  678 026 373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</a:rPr>
              <a:t>JumpyTech  ·  © 2026  ·  Tous droits réservés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JumpyTech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TontinePro v1.0</dc:title>
  <dc:subject>TontinePro — Présentation</dc:subject>
  <dc:creator>Poudjoum Leutche Gedeon Rodrigue</dc:creator>
  <cp:lastModifiedBy>Poudjoum Leutche Gedeon Rodrigue</cp:lastModifiedBy>
  <cp:revision>1</cp:revision>
  <dcterms:created xsi:type="dcterms:W3CDTF">2026-05-21T19:34:55Z</dcterms:created>
  <dcterms:modified xsi:type="dcterms:W3CDTF">2026-05-21T19:34:55Z</dcterms:modified>
</cp:coreProperties>
</file>